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0D6CC-46E9-049A-6D34-D24071C992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60F2B0-5868-4A22-7250-6F59BC9D34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3E296-71BA-8EEC-CADB-4DD293B9E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F0777-8FCA-417C-81F2-4F9460572C9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B42E90-C2EB-17D8-051A-77028E219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A0021A-BFD9-CB9D-E107-27733C702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81B53-AAED-425A-8ECF-365C3FC79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6378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908E5-BF6F-FDC2-9D65-FBA95AE3F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3180F-B0B4-04E2-3A09-ACA541BA80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4DF22-22AE-F5D4-EF69-F5F651594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F0777-8FCA-417C-81F2-4F9460572C9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33DB9-7A19-F045-2D04-938E5AC1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28B30-29A1-400C-BE15-131F28263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81B53-AAED-425A-8ECF-365C3FC79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317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D1CB5-EB81-4F43-9F63-91661E108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8C2EE-1C2E-22C9-07F1-C55D47177B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CCEFB8-497B-952A-3906-22997F181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F0777-8FCA-417C-81F2-4F9460572C9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3270FC-B6C9-BA1A-B28E-015179F9D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79ECA-46FF-E424-B536-398E72FDE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81B53-AAED-425A-8ECF-365C3FC79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020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A4C4D-9969-34B5-006E-227C679AE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7ED5B-67A2-DD49-DF25-879CF5ADF7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99C51F-B323-3DCC-5581-A85E8AC724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4D76E7-6061-2F30-1E79-E597A6DAF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F0777-8FCA-417C-81F2-4F9460572C9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0FCFCE-3DB9-43FC-7716-AAC003D69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2E1858-3DC7-4E4C-1608-2E86A4AC2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81B53-AAED-425A-8ECF-365C3FC79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5548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45169-E8C5-BB00-B504-FD11FDB41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FF8109-2280-CF51-4F93-D3C3C82825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CD6B85-7C15-6667-4ED6-31533D1647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33BB71-B28E-6AE5-035A-4B4AA4E908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CF45FD-ADFE-9C39-A552-320675887D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AAC84E-5AEA-DA1F-3A38-DA75FA2E0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F0777-8FCA-417C-81F2-4F9460572C9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27DE4E-0929-7612-5C52-85833CA01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83A1E5-CE79-19E3-CADA-0F832B065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81B53-AAED-425A-8ECF-365C3FC79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6326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E7F98-0DD6-1224-7BA7-A29F90C0C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F100DD-D3A6-1862-CC6D-7552199D5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F0777-8FCA-417C-81F2-4F9460572C9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B48742-B7C7-2A2E-C095-6E793859B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C5B451-7357-E96C-0108-E3731C3F6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81B53-AAED-425A-8ECF-365C3FC79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3569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F520BC-0A17-F4AA-85A8-1D641A388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F0777-8FCA-417C-81F2-4F9460572C9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338C8F-34F7-A475-17BD-709F3F92A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6016AD-399C-8A80-AA61-B59087724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81B53-AAED-425A-8ECF-365C3FC79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7848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5DAD5-85E6-EEC9-B3C8-40330D3B2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ACFA4-9024-BE92-38AD-48055C5E0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84F431-D61B-8092-B80D-2F80D091D4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41814A-38CA-7516-8E38-7D82A114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F0777-8FCA-417C-81F2-4F9460572C9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F27D9C-CBED-567F-567F-573997922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8CB87C-465B-9CDC-A887-1E11DD7B4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81B53-AAED-425A-8ECF-365C3FC79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5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E9706-6D27-CB4C-7633-4D3CBFF33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E9CCB8-17DD-B515-5E49-9EEF482AEF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BBD107-1944-5B55-E42A-9CB4D85333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360367-0C8B-07EF-E618-9CA27F88D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F0777-8FCA-417C-81F2-4F9460572C9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199D25-DAB8-99A2-64E9-B2F3642A0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1D99D6-33A0-AEF1-C16E-35147B99E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81B53-AAED-425A-8ECF-365C3FC79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5590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5B9D5-EAD9-0E7E-B30F-6A388509E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4218F9-8DF8-0F7B-3714-324ACF9100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EF08D-CBAF-B04F-BA89-9B34C2DE8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F0777-8FCA-417C-81F2-4F9460572C9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8FC817-D3CF-DADC-EDE1-98DBCFFF6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A5A5A-A0EA-9EA1-11CB-8456D519E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81B53-AAED-425A-8ECF-365C3FC79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2979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0674EA-6C97-83C5-17CC-EC257E4271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DDB1D-18EF-E6C3-5663-45C3305FE5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5FED5-953E-ECF8-CD93-3F7950BFE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F0777-8FCA-417C-81F2-4F9460572C9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D2FD6-E488-E23E-DDF1-916D9ECF7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9A75E0-C324-539B-3613-13507DF20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81B53-AAED-425A-8ECF-365C3FC79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9444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804880-D59E-6100-DA0A-59C5A466F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A78262-08E6-987B-17AC-16E6884D4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E8B7B-B4CA-9E02-A8CA-5BB747C7C2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3F0777-8FCA-417C-81F2-4F9460572C9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508F1-4497-6F56-7FC7-43CC2A62C6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4AAC2-D03F-C664-89BB-7CB26EDCF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B81B53-AAED-425A-8ECF-365C3FC79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59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B5952-47CA-44AD-FD38-9203D02BC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AA953D-1103-4BAF-862E-8B69FF4C67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696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DE0C5-A37B-B705-A981-52DBB4EEF9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08E65F-37A8-E4C4-4032-3B0B6F35BF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0D4A93-3929-F0F7-D062-DCE6CB2EB8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768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E0251-A36D-BCB3-4D67-402F0B2E4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7FA9AD-4BD2-3F70-4788-6E8F797F89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647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91687-C69E-2316-228A-51F21EA3A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DCA73228-C26D-DA67-7A8C-20D1713F2B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075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5B089-4B4A-B8DE-D9B8-D9D259283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23CA16-A274-B1D7-2EEF-CAC202D410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628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61DCA-9D14-3E59-3D73-63DE3F701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4EC41DF-DA49-F63E-8DC6-7AA1CF8ECA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351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88A2C-4CD1-9609-3EA2-52EBB70C9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D547F45-BA13-A4D9-90CD-A5CAA03C36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984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333DA-1314-2E61-3FAA-0B41337B3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22E6A0-5656-6B26-1592-55DC63227A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705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8B9A3-D425-BA2B-E225-478D30CF0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7ED0C2-02D5-7CD8-6F95-11543A2D07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8525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470D1-3982-5C7A-D0C9-5BE2E935B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2B76DD-DAE5-1B09-1D07-596DD570A0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858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E7FAC-E377-F0D0-40C5-E232C2B41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B372E1-690A-592D-2A4D-AB2B23949E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999" cy="4427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0953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0236C-911F-75CF-902D-16997C497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7D7F72-F227-FC2E-F185-6C5E5DEDB7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991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6DAC7-39DE-645E-D2B5-84DB778D7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D9802B-5628-0366-A9DB-A7550CA948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8613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A2C83-44BE-EBE1-76D7-55DB72B19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220A2E-02FC-B86D-A0E3-DCA19DAC74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426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Udaykumar Patel</dc:creator>
  <cp:lastModifiedBy>Udaykumar Patel</cp:lastModifiedBy>
  <cp:revision>2</cp:revision>
  <dcterms:created xsi:type="dcterms:W3CDTF">2026-02-08T07:59:26Z</dcterms:created>
  <dcterms:modified xsi:type="dcterms:W3CDTF">2026-02-08T10:23:25Z</dcterms:modified>
</cp:coreProperties>
</file>