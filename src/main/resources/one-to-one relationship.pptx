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E6039-06BE-1351-F5D3-26E221C12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87477-C031-50E8-DAD5-0C5F47593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655B5-8711-8977-B7EE-0688E381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83EC4-8DEF-E723-7E88-E6E483DD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DC2A-8E49-0279-D261-028B5B4D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78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3320-A680-D01C-7BD2-22F4947E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1E648-84F4-B2D6-3B8D-79BCE0FE1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0A9B4-D96E-B1E5-591F-76AA3EB0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D4833-63F7-5B93-1734-F342B7E0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F6B1-8AE9-6AC2-69B8-9FCBE2F9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30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7E5B-C290-C23E-77FA-001E6A147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5E3C2-5222-1868-E856-E75C4F160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E1C5C-B789-7247-5075-AD667189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70034-6DEE-9C51-FBB2-E9E96873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54F69-9B56-1D71-EB43-1510035D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70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5BA1-5ABE-D128-3502-119231F5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DC55F-37BE-B77C-06E0-8F9334B33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45749-8C4C-B92D-4CA8-0A45C39A2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A7221-3148-BE06-AACC-91B592BC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CFD85-2D3D-A0ED-8A1F-63E3D020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46A37-33A8-4BE4-FF18-11FB562F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87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8E42-FEEE-6DFA-3A61-923F4829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F58E3-4C03-4E12-5908-4A7826FA3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B3EB2-84BA-4A6F-2906-3F17ACF95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74613-CB90-488F-39CC-2B09DDFDF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E237C-E4C1-8AE2-2BB1-C5801548C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566A5-B808-881A-C6A9-F4CD616C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8E62FC-C051-3E0F-294D-7FE0F741A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BF81E-18CB-29C6-0660-ABC75AAF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64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4C126-2477-982A-F242-6641B458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1714E-102D-2D6C-2AE0-FB16DDC3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464C7-30CC-BE9E-38C0-E6A901AD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C850E-4E0D-3A56-4DBF-F0E09C20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85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3EAC3-EEF3-0190-C437-4630E055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CCE71-4754-3F78-C85A-4F063B8B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A4DC2-BC30-D8BD-7137-137AD957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67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F643D-FD11-57A2-8540-0B3365BA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6DD4-75ED-F7DE-F87D-48ABB18D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16AC4-906F-1652-79E0-B5585ACBD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3FFD0-69D0-A6EE-8DE7-B0E0A6D0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8745B-EB35-1A17-2986-BF233272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9B33D-4DC2-0CB1-44FE-76B7D56E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562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4911-A823-CA0B-1C0E-6CC76763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82FA9-7CB9-85AE-D5F2-A1EEB4159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C0650-CFC1-18AE-F2C6-E5797E66C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1E932-8C83-8855-665C-B063D55D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C6C81-70C8-3B42-7B6D-DBCF8524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EC51B-E2BC-71D0-2676-E5046A26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12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43BA-7F98-A0B9-209E-B9CFA83F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2EE4D-903E-FF0F-324B-FCE13259D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A3823-29E7-E1EC-A173-C0E32C71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D7FDA-286B-B402-D175-EFF5EFDD3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49553-E908-68DB-2A08-9A8EA70E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7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0CFD9-87CA-1853-7E3B-7254D85A0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31F6E-57AF-0285-C2CA-C0E1360F0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413D8-6566-32E4-25DE-655DEB83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51771-3197-F8DE-1809-41FCA184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5B091-2872-41CB-CAD6-34207992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4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CC97-FB83-DE46-68C5-4FE83B38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D65CC-DF50-8698-FDDF-E0C8C8E76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ABDE-9F89-D25C-1F43-12161DD7C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972F6-66CF-40A7-B8B4-82940E627C0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22B02-F8EE-A161-4E66-CFD97189A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74123-B398-DDF7-2EF1-C47657D5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065AF-7A95-41EB-BBD7-9222816A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8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112D-0D3D-7560-99DF-BF0BD9D5A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1BDE4-260B-0008-E425-382DC05A08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C96E4-7308-D5C4-44F9-A6D4E88A2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7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88FF-0365-1811-D48C-94EE1899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D21BFD-55E9-62F1-2C0B-F5315AFBF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231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6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Udaykumar Patel</dc:creator>
  <cp:lastModifiedBy>Udaykumar Patel</cp:lastModifiedBy>
  <cp:revision>1</cp:revision>
  <dcterms:created xsi:type="dcterms:W3CDTF">2026-02-14T13:37:02Z</dcterms:created>
  <dcterms:modified xsi:type="dcterms:W3CDTF">2026-02-14T13:38:09Z</dcterms:modified>
</cp:coreProperties>
</file>